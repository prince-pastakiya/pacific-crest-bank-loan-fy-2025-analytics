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70" r:id="rId5"/>
    <p:sldId id="271" r:id="rId6"/>
    <p:sldId id="256" r:id="rId7"/>
    <p:sldId id="257" r:id="rId8"/>
    <p:sldId id="258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PACIFIC CREST BANK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PACIFIC CREST BANK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30C999-CF13-2130-0F79-6662BC251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11" y="1025176"/>
            <a:ext cx="9877246" cy="55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C3617E-B9EA-B50B-757D-20AC89B4C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55" y="862642"/>
            <a:ext cx="10324489" cy="573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340CFE-EAC2-348F-9D53-2D2E5B799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65" y="1004932"/>
            <a:ext cx="10126870" cy="56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678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Prince Hemanshukumar Pastakiya</cp:lastModifiedBy>
  <cp:revision>13</cp:revision>
  <dcterms:created xsi:type="dcterms:W3CDTF">2023-10-07T01:44:58Z</dcterms:created>
  <dcterms:modified xsi:type="dcterms:W3CDTF">2026-07-12T04:36:50Z</dcterms:modified>
</cp:coreProperties>
</file>